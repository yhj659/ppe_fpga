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7" dt="2026-08-12T09:42:47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AF83B-5982-4C1C-9BA2-D84CE2DEAD72}" type="datetimeFigureOut"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8EE59-2CA6-4B6F-ACE1-037EE61166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6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성능 검증 파이프라인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41248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E0EEFF"/>
          </a:solidFill>
          <a:ln w="19050">
            <a:solidFill>
              <a:srgbClr val="AAC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float_ref 모드 (기준값)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model.0~5 → model.6 (SW) → model.7~22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양자화 없음. 순수 PyTorch float32.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결과 A (기준)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60520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46320" y="841248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E0F5E0"/>
          </a:solidFill>
          <a:ln w="19050">
            <a:solidFill>
              <a:srgbClr val="90C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886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hw_readback 모드 (실제 HW)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188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model.0~5 → FPGA (model.6) → model.7~22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출력 .bin → S_cat 역양자화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cv2 입력에 hook 주입 → 탐지 결과 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8321040" cy="804672"/>
          </a:xfrm>
          <a:prstGeom prst="roundRect">
            <a:avLst>
              <a:gd name="adj" fmla="val 7955"/>
            </a:avLst>
          </a:prstGeom>
          <a:solidFill>
            <a:srgbClr val="EEF4FF"/>
          </a:solidFill>
          <a:ln w="15240">
            <a:solidFill>
              <a:srgbClr val="AAC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왜 float_ref에는 양자화를 적용하지 않는가?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목적: "INT8 양자화를 거친 FPGA가 순수 SW와 얼마나 비슷한가" 를 보는 것.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float_ref에도 양자화를 넣으면 양쪽에 양자화 오차가 섞여 FPGA 하드웨어가 제대로 계산했는지를 순수하게 판단하기 어려워짐.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64408"/>
            <a:ext cx="8321040" cy="804672"/>
          </a:xfrm>
          <a:prstGeom prst="roundRect">
            <a:avLst>
              <a:gd name="adj" fmla="val 7955"/>
            </a:avLst>
          </a:prstGeom>
          <a:solidFill>
            <a:srgbClr val="EAFAF0"/>
          </a:solidFill>
          <a:ln w="15240">
            <a:solidFill>
              <a:srgbClr val="90C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10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단일 이미지 사전 검증 — FPGA 정상 동작 확인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8444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 scale 설정 후 단일 이미지로 FPGA 출력과 SW concat 출력을 int8 단위로 직접 비교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int8 완전일치 62.9%  /  ±1 이내 95.1%  /  최대차 14 LSB   ✅  SW 에뮬레이션 기댓값과 일치 → 정상 동작 확인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지표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434840"/>
            <a:ext cx="1993392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80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객체 수 일치율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7274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이미지별 탐지 객체 수가 동일한 비율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4434840"/>
            <a:ext cx="1993392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4480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클래스 판정 일치율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47274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≥ 0.5 매칭 후 클래스가 동일한 비율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4434840"/>
            <a:ext cx="1993392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480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FN — 미착용 관련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47274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SW는 탐지했으나 HW가 놓친 헬멧/조끼 미착용 → 안전 직결 지표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20840" y="4434840"/>
            <a:ext cx="1993392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480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Confidence 변화량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47274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vs SW confidence 평균 차이 (Δconf)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성능 검증 결과 — 114장 (valid_dataset)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0F5E0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일치 이미지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86868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0F5E0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일치율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0F5E0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5087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(미착용 관련)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86868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0EEFF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변화량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176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비교 (114장 집계)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514600"/>
            <a:ext cx="2194560" cy="310896"/>
          </a:xfrm>
          <a:prstGeom prst="rect">
            <a:avLst/>
          </a:prstGeom>
          <a:solidFill>
            <a:srgbClr val="1F3B66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328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2514600"/>
            <a:ext cx="1737360" cy="310896"/>
          </a:xfrm>
          <a:prstGeom prst="rect">
            <a:avLst/>
          </a:prstGeom>
          <a:solidFill>
            <a:srgbClr val="1F3B66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5328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2514600"/>
            <a:ext cx="2103120" cy="310896"/>
          </a:xfrm>
          <a:prstGeom prst="rect">
            <a:avLst/>
          </a:prstGeom>
          <a:solidFill>
            <a:srgbClr val="1F3B66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5328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843784"/>
            <a:ext cx="2194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620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이미지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843784"/>
            <a:ext cx="1737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2862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843784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28620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valid_dataset 전체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172968"/>
            <a:ext cx="21945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19125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FN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06040" y="3172968"/>
            <a:ext cx="17373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1912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5건 (0.84%)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3172968"/>
            <a:ext cx="210312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1912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양자화 경계값 차이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502152"/>
            <a:ext cx="2194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5204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FP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06040" y="3502152"/>
            <a:ext cx="1737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35204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7건 (1.17%)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43400" y="3502152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3520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NMS confidence 경계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3831336"/>
            <a:ext cx="21945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4962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 — 미착용 관련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06040" y="3831336"/>
            <a:ext cx="17373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38496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 ✅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43400" y="3831336"/>
            <a:ext cx="210312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38496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직결 지표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1480" y="4160520"/>
            <a:ext cx="2194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178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Δconf (평균)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06040" y="4160520"/>
            <a:ext cx="1737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97480" y="41788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−0.0012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43400" y="4160520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34840" y="41788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 (무시 가능)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4489704"/>
            <a:ext cx="21945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5079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Δconf (표준편차)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606040" y="4489704"/>
            <a:ext cx="17373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97480" y="45079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±0.0063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343400" y="4489704"/>
            <a:ext cx="210312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C9CD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4507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매우 안정적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583680" y="2176272"/>
            <a:ext cx="2148840" cy="2743200"/>
          </a:xfrm>
          <a:prstGeom prst="roundRect">
            <a:avLst>
              <a:gd name="adj" fmla="val 4255"/>
            </a:avLst>
          </a:prstGeom>
          <a:solidFill>
            <a:srgbClr val="EAFAF0"/>
          </a:solidFill>
          <a:ln w="25400">
            <a:solidFill>
              <a:srgbClr val="4CAF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22860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6583680" y="3108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관련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 0건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583680" y="363931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FPGA가 SW와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동등한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달성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583680" y="4297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FN/FP는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A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양자화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A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경계값 차이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A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(정상 범위)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통합 과정 — 주요 트러블슈팅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4053840" cy="1920240"/>
          </a:xfrm>
          <a:prstGeom prst="roundRect">
            <a:avLst>
              <a:gd name="adj" fmla="val 3810"/>
            </a:avLst>
          </a:prstGeom>
          <a:solidFill>
            <a:srgbClr val="FFE0E0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960120"/>
            <a:ext cx="292608" cy="292608"/>
          </a:xfrm>
          <a:prstGeom prst="ellipse">
            <a:avLst/>
          </a:prstGeom>
          <a:solidFill>
            <a:srgbClr val="1F3B66"/>
          </a:solidFill>
          <a:ln w="12700">
            <a:solidFill>
              <a:srgbClr val="1F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model6_dma.ko 빌드 불일치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3258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325880"/>
            <a:ext cx="35021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PC에서 빌드된 .ko 파일 → KV260(aarch64)에서 insmod 실패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vermagic: 6.8.0-136-generic vs 5.15.0-1027-xilinx-zynqmp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19659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502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model6_dma.h (git 누락) 직접 생성 후 KV260에서 네이티브 재빌드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86868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FE0E0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0328" y="960120"/>
            <a:ext cx="292608" cy="292608"/>
          </a:xfrm>
          <a:prstGeom prst="ellipse">
            <a:avLst/>
          </a:prstGeom>
          <a:solidFill>
            <a:srgbClr val="1F3B66"/>
          </a:solidFill>
          <a:ln w="12700">
            <a:solidFill>
              <a:srgbClr val="1F3B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96012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libmodel6_hw_driver.so 아키텍처 불일치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13258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1325880"/>
            <a:ext cx="35021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ELF 64-bit x86-64 형식 → KV260에서 dlopen 실패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19659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9240" y="1965960"/>
            <a:ext cx="3502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KV260에서 gcc -shared -fPIC로 aarch64용 재빌드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13</cp:revision>
  <dcterms:created xsi:type="dcterms:W3CDTF">2026-08-12T09:36:25Z</dcterms:created>
  <dcterms:modified xsi:type="dcterms:W3CDTF">2026-08-12T09:43:02Z</dcterms:modified>
</cp:coreProperties>
</file>